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1" r:id="rId11"/>
    <p:sldId id="268" r:id="rId12"/>
    <p:sldId id="269" r:id="rId13"/>
    <p:sldId id="270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61EE-5F39-4756-4CF7-6DD5574EF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025BA-713E-95F6-5274-48EFF709D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3922-11F1-8692-634C-C4614625E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7D5E8-39B9-B58C-671D-1CE3FF33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B1C1D-49C1-C90C-66E8-35055475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9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004A-80C3-E5C8-AAC2-3C6EA2A2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0FE1F-3176-2BC2-7C5D-004BB968D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E2426-688E-5ED7-F456-242C591F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7C5AC-93BB-F054-8128-EDE3A41F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4FFF3-5DE7-8FAA-BE14-846304FE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6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8F69-D4B8-E9CB-365F-9E21CB3B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36840-A3BF-072E-5D38-762E845FB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F4842-A5F3-632F-0FA6-06855006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E563F-B2C7-9243-5F09-2C08B76B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78857-0DEE-3169-6536-F8445C75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5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5AFF-6E08-1B7E-63DC-92ACCEE1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C6A69-3050-2F7E-7F5A-07159C56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43267-ECF1-9BB9-E0D5-CB23AE0D3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243B3-B52E-8AFE-06A2-7B835135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B54C0-69C2-0BE5-BCFA-84A0ECBA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312B0-E700-8617-482E-EE53E878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1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6B5B-28D0-7539-D1A3-526F05DA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1CA7D-A93A-8978-DA43-F00AB0528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E1325-DAC0-95CA-DDF6-3D29F9751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EE3A0-C0F5-0890-A770-F01E6AEAF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6F3A8-A193-6087-4BCB-D4FCDD494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7CF98-F2D6-F5FD-ECB8-AA616D3F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FC288-C883-9C26-39C3-2BDD0FCD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2172F-BE50-C67D-9796-5BB7931A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349A-050D-AD13-9D03-95334661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94555-15DC-C1A4-F400-9A1B0A0D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61EB2-8BEA-8F38-8CCE-2AE72AE7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0C9A-7398-9F0E-5667-564E1C5B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6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F29B8-E74B-E266-A47E-26497C55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D0625-BF65-EB9B-4391-046C1B14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3777E-DFD4-4055-5F90-E23F25D7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5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B61C2-7816-3A85-646A-95BB2E57E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D3FBB-50EF-76FB-A12D-45B18F799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14BC9-1C04-60DF-2DEB-D1AB533F9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51CEF-819F-0EC1-29A5-2F9E2F62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491E4-10EC-EC5E-93E6-1C8E3849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DE368-91F9-68D4-B9F2-8A8B983B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2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AB7-B9B8-DEC8-A6B3-06C03ABA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465B9-D022-75F9-082F-4270199CF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1C962-1B74-88E9-7777-A60F31850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42732-1E84-562B-507D-FEFAE9147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3F07E-C9DA-434A-E114-5CA0F915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65872-1D7F-19B6-E27B-A2BB66E4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2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3DBF-524A-5609-D502-4BBE81D5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8D296-1CB5-57A5-81A1-ED69D5088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03B51-4D4A-5793-D8D8-444535B3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41517-BFB9-3193-4B03-09F67F12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86DD9-C829-C976-C284-99C17F2B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66C77-9A4C-AD5C-6FA6-351EDC396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062EB-BB03-5C58-1321-EDF44F7A3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04C0A-548D-1BED-C546-93D96E67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E00FF-AA15-4100-3373-0DA6C3B2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2EC53-466F-1742-8B12-DDDD4E8C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7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CC5ED"/>
            </a:gs>
            <a:gs pos="65000">
              <a:srgbClr val="F7F2FB"/>
            </a:gs>
            <a:gs pos="48000">
              <a:srgbClr val="EFE5F7"/>
            </a:gs>
            <a:gs pos="30000">
              <a:srgbClr val="E4D3F1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73C91-720F-3CCA-DB3D-E5A123AC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3C618-192B-BAEB-B9F5-C6B56C88D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A20B-EA03-2ABC-F8C6-C7998056F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AFAFC-9950-42A7-B66C-6BB05CE05B15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285CF-A646-15D0-B164-926201E9E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CAE98-0322-A11A-9576-1AA63CB5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3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7AA7B-DB5A-941E-9DB2-E6D9D3870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781" y="1032387"/>
            <a:ext cx="10466438" cy="128556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Study of a Human-Human Interaction System to Control the Movement of Paralyzed Hand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09204-78D4-7D7A-FA0C-363E15DD9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23612"/>
            <a:ext cx="9144000" cy="336903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Ankita Giroti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Sc. Semester III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Satish J. Sharma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Computer Science,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Rashtrasant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Tukadoji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Maharaj Nagpur University, Nagpur</a:t>
            </a:r>
          </a:p>
        </p:txBody>
      </p:sp>
    </p:spTree>
    <p:extLst>
      <p:ext uri="{BB962C8B-B14F-4D97-AF65-F5344CB8AC3E}">
        <p14:creationId xmlns:p14="http://schemas.microsoft.com/office/powerpoint/2010/main" val="2526871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260A-55F5-A37E-D223-F83DA277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1D64-F7FC-AF7E-AB97-246C5737D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Excepted Outcomes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267005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A4E8-580A-C45F-E230-C20F4647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71F8-689D-8E61-F177-BCF69BBA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and hand paralysis can lead to permanent paralysis if does not treated properly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various techniques used by therapist for rehabilitation of the hand and muscles which are very costly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can be designed to control the moves of the patient with hand paralysis by replicating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therapist actions</a:t>
            </a:r>
          </a:p>
        </p:txBody>
      </p:sp>
    </p:spTree>
    <p:extLst>
      <p:ext uri="{BB962C8B-B14F-4D97-AF65-F5344CB8AC3E}">
        <p14:creationId xmlns:p14="http://schemas.microsoft.com/office/powerpoint/2010/main" val="285671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BC5F-FFC2-5AAC-A793-12A2D04A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97CD-26C6-646F-99D9-8CFAA437F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allows therapists to assist patient’s hand movements by replicating the therapist's own hand motions. A machine learning model will recognize and interpret the therapist's hand movements, and these signals will be processed by a microcontroller that controls a stimulator device to trigger the patient's muscle contractions.</a:t>
            </a:r>
          </a:p>
        </p:txBody>
      </p:sp>
    </p:spTree>
    <p:extLst>
      <p:ext uri="{BB962C8B-B14F-4D97-AF65-F5344CB8AC3E}">
        <p14:creationId xmlns:p14="http://schemas.microsoft.com/office/powerpoint/2010/main" val="377252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52A3-80EA-CFDC-0948-BF05E2DF9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C7BC-E63D-6019-144A-8EA62E491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806"/>
            <a:ext cx="10515600" cy="425967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design a rehabilitation system for an individual with hand paralysis to regain functionality of their hand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design a system that senses electromyography (EMG) signals of the hands of the therapist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train a machine learning model to recognize hand movements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mimic the hand movement of the therapist 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increase flexibility of the patient’s hand</a:t>
            </a:r>
          </a:p>
        </p:txBody>
      </p:sp>
    </p:spTree>
    <p:extLst>
      <p:ext uri="{BB962C8B-B14F-4D97-AF65-F5344CB8AC3E}">
        <p14:creationId xmlns:p14="http://schemas.microsoft.com/office/powerpoint/2010/main" val="36712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73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06622"/>
              </p:ext>
            </p:extLst>
          </p:nvPr>
        </p:nvGraphicFramePr>
        <p:xfrm>
          <a:off x="383458" y="1022554"/>
          <a:ext cx="11425084" cy="5318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624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980456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221990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296767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3063247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411044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for Detection of Muscular Activity from Surface EMG Signals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Francesco Di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Nardo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Antonio Nocera, Alessandro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Cucchiarelli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Sandro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Fioretti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Christian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Morbidoni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1-4, 2022  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surface EMG to detect muscle contraction. The proposed system predicted onset/offset timing of muscular recruitment of the machine learning based methods.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of an Exoskeleton for Hand Rehabilitation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Ankita L.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Dharmik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 K. Atre, S. J. Sharma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Conference and Interdisciplinary Approach in Technology and Management for Social Innovation (IATMS),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</a:t>
                      </a: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1-4, 2022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exoskeleton was designed to assist a person with disability using EMG sensor to acquire signals from the muscles and convert into voltage. Microcontroller was programmed to rotate servo motor.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Explainable Machine Learning Techniques to Predict Muscle Injuries in Professional Soccer Players through Biomechanical Analysis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Mailyn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Calderon-Diaz, Rony Silvestre Aguirre, Juan P.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Vasconez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Roberto Yanez, Matias Roby, Marvin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Querales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Rodrigo Salas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Sensors,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24(119), pp. 1-13,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presented a Hamstring strain injury detection technique using various Machine Learning techniques to find the accurate result.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72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005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09" y="610266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1222"/>
              </p:ext>
            </p:extLst>
          </p:nvPr>
        </p:nvGraphicFramePr>
        <p:xfrm>
          <a:off x="838200" y="1671482"/>
          <a:ext cx="10515600" cy="4178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956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045110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113935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2819399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456351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72582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Want to Control Your Move: Human-Human Interface (HHI) Neuromuscular Electrical Stimulator (NMES)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Ching Yee YONG and Terence Tien Lok SIA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Conference of Electronics, Communication and Networks (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CECNet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724-730, 2022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implemented Neuromuscular Electrical Stimulator (NMES) integrated with Human-Human Interaction (HHI)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hand rehabilitation using IoT.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19965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Systematic Review of EMG Applications for the Characterization of Forearm and Hand Muscle Activity during Activities of Daily Living: Results, Challenges, and Open Issues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Nestor J. Jarque-Bou, Joaquin L.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Sanche-Bau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Margarita Vergara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24(119), pp. 1-13, 2024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had studied EMG to characterized muscle activity of the hand. It focuses on human hand behavior , improve rehabilitation, control prothesis,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168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70156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231964"/>
              </p:ext>
            </p:extLst>
          </p:nvPr>
        </p:nvGraphicFramePr>
        <p:xfrm>
          <a:off x="162232" y="1067410"/>
          <a:ext cx="11867536" cy="5559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031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968047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435870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385713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3181875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463275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86706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New Wrist-forearm Rehabilitation Protocol Integrating Human Biomechanics and SVM-Based Machine Learning for Muscle Fatigue Estimation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Yassine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Bouteraa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Ismail Ben Abdallah, Khalil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Boukthir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Bioengineering, </a:t>
                      </a: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10(219), pp. 1-22, 2023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remote rehabilitation system that integrates a IoT based connected robot for wrist and forearm rehabilitation using Support Vector Machine (SVM) to predict muscle strain from the feature extracted from the EMG signals of the patient.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62659"/>
                  </a:ext>
                </a:extLst>
              </a:tr>
              <a:tr h="147718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IoT Based Cost Efficient Muscle Stimulator for Biomedical Application</a:t>
                      </a:r>
                      <a:endParaRPr 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Md.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Latifur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Rahman, Md.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Jahin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Alam,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Nayeed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Rashid,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Lamiya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Hassan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Tithy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Alfaj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Uddin Ahmed, and M Tarik Arafat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2020 IEEE Region 10 Symposium (TENSYMP),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1-5, 2020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 low cost muscle stimulator integrated with IoT and a feedback system to receive voltages which was send to the IoT device to determine muscle strength.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175200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Towards AI-controlled FES-restoration of arm movements: Controlling for progressive muscular fatigue with Gaussian state-space models</a:t>
                      </a:r>
                      <a:endParaRPr 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Nat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Wannawas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Aldo Faisal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en-US" sz="1600" kern="120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International IEEE Conference on Neural Engineering (NER), </a:t>
                      </a: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1-4, 2023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Reinforcement Learning to observe muscle strength. The Reinforcement Learning –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Gaussain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State Space Model (RL-GSSM) was trained to control arm movements through muscle stimulator.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247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70156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771122"/>
              </p:ext>
            </p:extLst>
          </p:nvPr>
        </p:nvGraphicFramePr>
        <p:xfrm>
          <a:off x="707922" y="1234560"/>
          <a:ext cx="10776154" cy="4418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3629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695095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211858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166314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2889258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554428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76783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Posture Guardian With Smart Muscle Strain Detection And Correction Using TINYML</a:t>
                      </a:r>
                      <a:endParaRPr 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Dr. G. Sophia Reena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Journal of Propulsion Technology,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44(4), pp. 5187-5194, 2023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TinyML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was used to detect and correct improper posture using wearable EMG and Flex sensors. The data fed to the Arduino UNO for signal processing.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209672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Development of Wireless Microcontroller Based Functional Electronic Stimulation Device for Drop Foot Correction</a:t>
                      </a:r>
                      <a:endParaRPr lang="en-US" sz="10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DERVİŞ PAŞA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Near East University, Nicosia, pp. 1-87, 2014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stimulator was developed for a person with drop foot problem using Force Sensitive Resistor (FSR), programmable microcontroller, transmitter, receiver, and electrodes.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012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9836-9C28-29B9-485E-E0202352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EF022-1F2E-9FD8-DBC6-DEDA61D08CC4}"/>
              </a:ext>
            </a:extLst>
          </p:cNvPr>
          <p:cNvSpPr txBox="1"/>
          <p:nvPr/>
        </p:nvSpPr>
        <p:spPr>
          <a:xfrm>
            <a:off x="2694039" y="6066503"/>
            <a:ext cx="648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Block Diagram of a Proposed System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5DF6502C-F88A-5402-4C45-093084ED9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048" y="1690688"/>
            <a:ext cx="10402752" cy="3991532"/>
          </a:xfrm>
        </p:spPr>
      </p:pic>
    </p:spTree>
    <p:extLst>
      <p:ext uri="{BB962C8B-B14F-4D97-AF65-F5344CB8AC3E}">
        <p14:creationId xmlns:p14="http://schemas.microsoft.com/office/powerpoint/2010/main" val="225309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1956-F5D3-3E93-B3D7-30CF9D76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0067B-29F0-163C-1A8D-7427A5629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developed system will be able to mimic the hand movements of 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normal hand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the paralyzed hand by using EMG sensors to sense the muscle contractions and actuators to accelerate the motion of the weak hand.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791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A47C-6286-07EE-9C93-0059D6F8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A9E4D-830A-71DE-907C-7736D3D29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will be able to: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individuals with hand paralysis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and effective rehabilitation exercises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individuals to regain functional abilities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independence in daily activity</a:t>
            </a:r>
          </a:p>
          <a:p>
            <a:pPr lvl="1"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6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709D-A33E-9D30-97F4-6065F2D7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EB9A-A8DA-630D-2BF7-7982E923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individuals with hand paralysis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treatment cost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long term treatment process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independence of individuals in daily life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60922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553A-0403-579E-B2DC-23EAE2F7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478C6-6C2E-D3D4-D3F0-3A0B1CD0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Francesco Di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Nardo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Antonio Nocera, Alessandro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Cucchiarelli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Sandro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Fioretti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Christian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Morbidoni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for Detection of Muscular Activity from Surface EMG Signals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Sensors, 22(3393), pp. 1-17, April 2022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Ankita L.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Dharmik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 K. Atre, S. J. Sharma,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of an Exoskeleton for Hand Rehabilitation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IEEE Conference and Interdisciplinary Approach in Technology and Management for Social Innovation (IATMS), 1(1), pp. 1-4, 2022 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Mailyn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Calderon-Diaz, Rony Silvestre Aguirre, Juan P.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Vasconez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Roberto Yanez, Matias Roby, Marvin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Querales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Rodrigo Salas,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 Machine Learning Techniques to Predict Muscle Injuries in Professional Soccer Players through Biomechanical Analysis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Sensors, 24(119), pp. 1-13, 2024;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Ching Yee YONG and Terence Tien Lok SIA,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Want to Control Your Move: Human-Human Interface (HHI) Neuromuscular Electrical Stimulator (NMES)”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Conference of Electronics, Communication and Networks (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CECNet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1(1), pp. 724-730, 2022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65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5FA1-07D5-0058-00BA-285898EA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6023-6C14-17AA-DD27-4E16033F3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005"/>
            <a:ext cx="10515600" cy="4351338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Nestor J. Jarque-Bou, Joaquin L.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Sanche-Bau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Margarita Vergara,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Systematic Review of EMG Applications for the Characterization of Forearm and Hand Muscle Activity during Activities of Daily Living: Results, Challenges, and Open Issues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Sensors, 21(3035), pp. 1-26, 2021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Yassine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Bouteraa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Ismail Ben Abdallah, Khalil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Boukthir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New Wrist-forearm Rehabilitation Protocol Integrating Human Biomechanics and SVM-Based Machine Learning for Muscle Fatigue Estimation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Bioengineering, 10(219), pp. 1-22, 2023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Md.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Latifur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Rahman, Md.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Jahin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Alam,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Nayeed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Rashid,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Lamiya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Hassan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Tithy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Alfaj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Uddin Ahmed, and M Tarik Arafat,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IoT Based Cost Efficient Muscle Stimulator for Biomedical Application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2020 IEEE Region 10 Symposium (TENSYMP), 1(1), pp. 1-5, 2020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51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8A4B-F713-1F94-739C-7CB86521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7789-46B5-20D1-8F63-077CF9047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[8] Nat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Wannawas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Aldo Faisal,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Towards AI-controlled FES-restoration of arm movements: Controlling for progressive muscular fatigue with Gaussian state-space models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11</a:t>
            </a:r>
            <a:r>
              <a:rPr lang="en-US" sz="1800" kern="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International IEEE/EMBS Conference on Neural Engineering (NER), 1(1), pp. 1-4, 2023</a:t>
            </a: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[9] Dr. G. Sophia Reena,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Posture Guardian With Smart Muscle Strain Detection And Correction Using TINYML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Journal of Propulsion Technology, 44(4), pp. 5187-5194, 2023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 DERVİŞ PAŞA,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of Wireless Microcontroller Based Functional Electronic Stimulation Device for Drop Foot Correction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Near East University, Nicosia, pp. 1-87, 2014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564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566D-FBE8-1B1C-734A-B548036A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53009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1521</Words>
  <Application>Microsoft Office PowerPoint</Application>
  <PresentationFormat>Widescreen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Office Theme</vt:lpstr>
      <vt:lpstr>Design and Study of a Human-Human Interaction System to Control the Movement of Paralyzed Hand</vt:lpstr>
      <vt:lpstr>Contents </vt:lpstr>
      <vt:lpstr>Introduction </vt:lpstr>
      <vt:lpstr>Aim </vt:lpstr>
      <vt:lpstr>Objectives </vt:lpstr>
      <vt:lpstr>Literature Review</vt:lpstr>
      <vt:lpstr>Literature Review</vt:lpstr>
      <vt:lpstr>Literature Review</vt:lpstr>
      <vt:lpstr>Literature Review</vt:lpstr>
      <vt:lpstr>Proposed System</vt:lpstr>
      <vt:lpstr>Excepted Outcome</vt:lpstr>
      <vt:lpstr>Significance </vt:lpstr>
      <vt:lpstr>Social Impact</vt:lpstr>
      <vt:lpstr>References </vt:lpstr>
      <vt:lpstr>References 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Giroti</dc:creator>
  <cp:lastModifiedBy>Ankita Giroti</cp:lastModifiedBy>
  <cp:revision>54</cp:revision>
  <dcterms:created xsi:type="dcterms:W3CDTF">2024-07-11T07:36:29Z</dcterms:created>
  <dcterms:modified xsi:type="dcterms:W3CDTF">2024-07-17T11:16:11Z</dcterms:modified>
</cp:coreProperties>
</file>